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4"/>
  </p:sldMasterIdLst>
  <p:sldIdLst>
    <p:sldId id="256" r:id="rId5"/>
    <p:sldId id="258" r:id="rId6"/>
    <p:sldId id="259" r:id="rId7"/>
    <p:sldId id="260" r:id="rId8"/>
    <p:sldId id="261" r:id="rId9"/>
    <p:sldId id="270" r:id="rId10"/>
    <p:sldId id="262" r:id="rId11"/>
    <p:sldId id="269" r:id="rId12"/>
    <p:sldId id="263" r:id="rId13"/>
    <p:sldId id="264" r:id="rId14"/>
    <p:sldId id="266" r:id="rId15"/>
    <p:sldId id="267" r:id="rId16"/>
    <p:sldId id="271" r:id="rId17"/>
    <p:sldId id="268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8AEB3E-8189-3EA9-0F10-AA1274228E06}" v="2" dt="2026-01-20T10:53:22.384"/>
    <p1510:client id="{4354D25D-FFEF-4A60-878A-B184B257607E}" v="19" dt="2026-01-20T19:45:29.083"/>
    <p1510:client id="{9CD8A61B-8E9D-4F4A-99DA-C0AF60C14A9C}" v="80" dt="2026-01-20T11:39:42.643"/>
    <p1510:client id="{A37B6ED3-B0A3-97D8-5ADF-7587A56C542F}" v="191" dt="2026-01-20T11:40:31.9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97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scal Spangler" userId="S::pascal.spangler@bs1in.de::765ef6d1-b5ab-4f3b-84ba-93f81d67d936" providerId="AD" clId="Web-{A37B6ED3-B0A3-97D8-5ADF-7587A56C542F}"/>
    <pc:docChg chg="addSld delSld modSld sldOrd">
      <pc:chgData name="Pascal Spangler" userId="S::pascal.spangler@bs1in.de::765ef6d1-b5ab-4f3b-84ba-93f81d67d936" providerId="AD" clId="Web-{A37B6ED3-B0A3-97D8-5ADF-7587A56C542F}" dt="2026-01-20T11:40:31.952" v="190" actId="20577"/>
      <pc:docMkLst>
        <pc:docMk/>
      </pc:docMkLst>
      <pc:sldChg chg="modSp">
        <pc:chgData name="Pascal Spangler" userId="S::pascal.spangler@bs1in.de::765ef6d1-b5ab-4f3b-84ba-93f81d67d936" providerId="AD" clId="Web-{A37B6ED3-B0A3-97D8-5ADF-7587A56C542F}" dt="2026-01-20T11:29:58.611" v="164" actId="20577"/>
        <pc:sldMkLst>
          <pc:docMk/>
          <pc:sldMk cId="2683643167" sldId="258"/>
        </pc:sldMkLst>
        <pc:spChg chg="mod">
          <ac:chgData name="Pascal Spangler" userId="S::pascal.spangler@bs1in.de::765ef6d1-b5ab-4f3b-84ba-93f81d67d936" providerId="AD" clId="Web-{A37B6ED3-B0A3-97D8-5ADF-7587A56C542F}" dt="2026-01-20T11:29:58.611" v="164" actId="20577"/>
          <ac:spMkLst>
            <pc:docMk/>
            <pc:sldMk cId="2683643167" sldId="258"/>
            <ac:spMk id="3" creationId="{FB24FE23-6AF7-888A-3072-6F7115A25005}"/>
          </ac:spMkLst>
        </pc:spChg>
      </pc:sldChg>
      <pc:sldChg chg="modSp">
        <pc:chgData name="Pascal Spangler" userId="S::pascal.spangler@bs1in.de::765ef6d1-b5ab-4f3b-84ba-93f81d67d936" providerId="AD" clId="Web-{A37B6ED3-B0A3-97D8-5ADF-7587A56C542F}" dt="2026-01-20T10:55:14.529" v="22" actId="20577"/>
        <pc:sldMkLst>
          <pc:docMk/>
          <pc:sldMk cId="3873096155" sldId="261"/>
        </pc:sldMkLst>
        <pc:spChg chg="mod">
          <ac:chgData name="Pascal Spangler" userId="S::pascal.spangler@bs1in.de::765ef6d1-b5ab-4f3b-84ba-93f81d67d936" providerId="AD" clId="Web-{A37B6ED3-B0A3-97D8-5ADF-7587A56C542F}" dt="2026-01-20T10:55:14.529" v="22" actId="20577"/>
          <ac:spMkLst>
            <pc:docMk/>
            <pc:sldMk cId="3873096155" sldId="261"/>
            <ac:spMk id="2" creationId="{E9EA3B8D-D557-BCC9-CB59-3A1B937F43AA}"/>
          </ac:spMkLst>
        </pc:spChg>
      </pc:sldChg>
      <pc:sldChg chg="modSp">
        <pc:chgData name="Pascal Spangler" userId="S::pascal.spangler@bs1in.de::765ef6d1-b5ab-4f3b-84ba-93f81d67d936" providerId="AD" clId="Web-{A37B6ED3-B0A3-97D8-5ADF-7587A56C542F}" dt="2026-01-20T11:01:21.570" v="91" actId="20577"/>
        <pc:sldMkLst>
          <pc:docMk/>
          <pc:sldMk cId="4290352660" sldId="262"/>
        </pc:sldMkLst>
        <pc:spChg chg="mod">
          <ac:chgData name="Pascal Spangler" userId="S::pascal.spangler@bs1in.de::765ef6d1-b5ab-4f3b-84ba-93f81d67d936" providerId="AD" clId="Web-{A37B6ED3-B0A3-97D8-5ADF-7587A56C542F}" dt="2026-01-20T11:01:21.570" v="91" actId="20577"/>
          <ac:spMkLst>
            <pc:docMk/>
            <pc:sldMk cId="4290352660" sldId="262"/>
            <ac:spMk id="2" creationId="{FB5C2CE1-EFE6-035E-44DF-14314FBB9146}"/>
          </ac:spMkLst>
        </pc:spChg>
      </pc:sldChg>
      <pc:sldChg chg="addSp delSp modSp">
        <pc:chgData name="Pascal Spangler" userId="S::pascal.spangler@bs1in.de::765ef6d1-b5ab-4f3b-84ba-93f81d67d936" providerId="AD" clId="Web-{A37B6ED3-B0A3-97D8-5ADF-7587A56C542F}" dt="2026-01-20T11:26:32.196" v="132" actId="14100"/>
        <pc:sldMkLst>
          <pc:docMk/>
          <pc:sldMk cId="536161818" sldId="263"/>
        </pc:sldMkLst>
        <pc:spChg chg="mod">
          <ac:chgData name="Pascal Spangler" userId="S::pascal.spangler@bs1in.de::765ef6d1-b5ab-4f3b-84ba-93f81d67d936" providerId="AD" clId="Web-{A37B6ED3-B0A3-97D8-5ADF-7587A56C542F}" dt="2026-01-20T11:00:18.757" v="39" actId="20577"/>
          <ac:spMkLst>
            <pc:docMk/>
            <pc:sldMk cId="536161818" sldId="263"/>
            <ac:spMk id="2" creationId="{510D8ECF-3A54-E10F-6A95-5A3BF444D2BB}"/>
          </ac:spMkLst>
        </pc:spChg>
        <pc:spChg chg="del">
          <ac:chgData name="Pascal Spangler" userId="S::pascal.spangler@bs1in.de::765ef6d1-b5ab-4f3b-84ba-93f81d67d936" providerId="AD" clId="Web-{A37B6ED3-B0A3-97D8-5ADF-7587A56C542F}" dt="2026-01-20T11:26:12.962" v="129"/>
          <ac:spMkLst>
            <pc:docMk/>
            <pc:sldMk cId="536161818" sldId="263"/>
            <ac:spMk id="3" creationId="{DD9EACC5-C568-C8EC-DEC1-7BC0A2EC6F60}"/>
          </ac:spMkLst>
        </pc:spChg>
        <pc:picChg chg="add mod ord">
          <ac:chgData name="Pascal Spangler" userId="S::pascal.spangler@bs1in.de::765ef6d1-b5ab-4f3b-84ba-93f81d67d936" providerId="AD" clId="Web-{A37B6ED3-B0A3-97D8-5ADF-7587A56C542F}" dt="2026-01-20T11:26:32.196" v="132" actId="14100"/>
          <ac:picMkLst>
            <pc:docMk/>
            <pc:sldMk cId="536161818" sldId="263"/>
            <ac:picMk id="4" creationId="{75D91BAF-6225-D59B-1A17-FF1EC4980A15}"/>
          </ac:picMkLst>
        </pc:picChg>
      </pc:sldChg>
      <pc:sldChg chg="modSp">
        <pc:chgData name="Pascal Spangler" userId="S::pascal.spangler@bs1in.de::765ef6d1-b5ab-4f3b-84ba-93f81d67d936" providerId="AD" clId="Web-{A37B6ED3-B0A3-97D8-5ADF-7587A56C542F}" dt="2026-01-20T11:40:31.952" v="190" actId="20577"/>
        <pc:sldMkLst>
          <pc:docMk/>
          <pc:sldMk cId="36782736" sldId="264"/>
        </pc:sldMkLst>
        <pc:spChg chg="mod">
          <ac:chgData name="Pascal Spangler" userId="S::pascal.spangler@bs1in.de::765ef6d1-b5ab-4f3b-84ba-93f81d67d936" providerId="AD" clId="Web-{A37B6ED3-B0A3-97D8-5ADF-7587A56C542F}" dt="2026-01-20T11:29:19.750" v="147" actId="20577"/>
          <ac:spMkLst>
            <pc:docMk/>
            <pc:sldMk cId="36782736" sldId="264"/>
            <ac:spMk id="2" creationId="{0EC349AC-17F2-CE7D-3C56-ADA4F3823AD7}"/>
          </ac:spMkLst>
        </pc:spChg>
        <pc:spChg chg="mod">
          <ac:chgData name="Pascal Spangler" userId="S::pascal.spangler@bs1in.de::765ef6d1-b5ab-4f3b-84ba-93f81d67d936" providerId="AD" clId="Web-{A37B6ED3-B0A3-97D8-5ADF-7587A56C542F}" dt="2026-01-20T11:40:31.952" v="190" actId="20577"/>
          <ac:spMkLst>
            <pc:docMk/>
            <pc:sldMk cId="36782736" sldId="264"/>
            <ac:spMk id="3" creationId="{1D920683-CD76-00C4-0578-2913F060B6C7}"/>
          </ac:spMkLst>
        </pc:spChg>
      </pc:sldChg>
      <pc:sldChg chg="del">
        <pc:chgData name="Pascal Spangler" userId="S::pascal.spangler@bs1in.de::765ef6d1-b5ab-4f3b-84ba-93f81d67d936" providerId="AD" clId="Web-{A37B6ED3-B0A3-97D8-5ADF-7587A56C542F}" dt="2026-01-20T11:34:18.539" v="176"/>
        <pc:sldMkLst>
          <pc:docMk/>
          <pc:sldMk cId="2264593414" sldId="265"/>
        </pc:sldMkLst>
      </pc:sldChg>
      <pc:sldChg chg="addSp delSp modSp">
        <pc:chgData name="Pascal Spangler" userId="S::pascal.spangler@bs1in.de::765ef6d1-b5ab-4f3b-84ba-93f81d67d936" providerId="AD" clId="Web-{A37B6ED3-B0A3-97D8-5ADF-7587A56C542F}" dt="2026-01-20T11:01:26.711" v="93" actId="20577"/>
        <pc:sldMkLst>
          <pc:docMk/>
          <pc:sldMk cId="9792188" sldId="269"/>
        </pc:sldMkLst>
        <pc:spChg chg="mod">
          <ac:chgData name="Pascal Spangler" userId="S::pascal.spangler@bs1in.de::765ef6d1-b5ab-4f3b-84ba-93f81d67d936" providerId="AD" clId="Web-{A37B6ED3-B0A3-97D8-5ADF-7587A56C542F}" dt="2026-01-20T11:01:26.711" v="93" actId="20577"/>
          <ac:spMkLst>
            <pc:docMk/>
            <pc:sldMk cId="9792188" sldId="269"/>
            <ac:spMk id="2" creationId="{2A0413CA-51B2-15A8-1B36-76A5360D8011}"/>
          </ac:spMkLst>
        </pc:spChg>
        <pc:spChg chg="del">
          <ac:chgData name="Pascal Spangler" userId="S::pascal.spangler@bs1in.de::765ef6d1-b5ab-4f3b-84ba-93f81d67d936" providerId="AD" clId="Web-{A37B6ED3-B0A3-97D8-5ADF-7587A56C542F}" dt="2026-01-20T10:58:39.473" v="23"/>
          <ac:spMkLst>
            <pc:docMk/>
            <pc:sldMk cId="9792188" sldId="269"/>
            <ac:spMk id="6" creationId="{56AF12E2-E3B5-0E9F-C739-0709BFC9EB32}"/>
          </ac:spMkLst>
        </pc:spChg>
        <pc:picChg chg="add mod ord">
          <ac:chgData name="Pascal Spangler" userId="S::pascal.spangler@bs1in.de::765ef6d1-b5ab-4f3b-84ba-93f81d67d936" providerId="AD" clId="Web-{A37B6ED3-B0A3-97D8-5ADF-7587A56C542F}" dt="2026-01-20T10:58:55.193" v="29" actId="1076"/>
          <ac:picMkLst>
            <pc:docMk/>
            <pc:sldMk cId="9792188" sldId="269"/>
            <ac:picMk id="3" creationId="{F0335F50-A1FD-EDDF-B9CA-99276B0B735C}"/>
          </ac:picMkLst>
        </pc:picChg>
      </pc:sldChg>
      <pc:sldChg chg="addSp delSp modSp add ord replId">
        <pc:chgData name="Pascal Spangler" userId="S::pascal.spangler@bs1in.de::765ef6d1-b5ab-4f3b-84ba-93f81d67d936" providerId="AD" clId="Web-{A37B6ED3-B0A3-97D8-5ADF-7587A56C542F}" dt="2026-01-20T11:19:39.124" v="128" actId="1076"/>
        <pc:sldMkLst>
          <pc:docMk/>
          <pc:sldMk cId="2937181702" sldId="270"/>
        </pc:sldMkLst>
        <pc:spChg chg="mod">
          <ac:chgData name="Pascal Spangler" userId="S::pascal.spangler@bs1in.de::765ef6d1-b5ab-4f3b-84ba-93f81d67d936" providerId="AD" clId="Web-{A37B6ED3-B0A3-97D8-5ADF-7587A56C542F}" dt="2026-01-20T11:02:00.899" v="114" actId="20577"/>
          <ac:spMkLst>
            <pc:docMk/>
            <pc:sldMk cId="2937181702" sldId="270"/>
            <ac:spMk id="2" creationId="{FFFF93CD-551A-54B7-5D6B-100F7D5440F3}"/>
          </ac:spMkLst>
        </pc:spChg>
        <pc:spChg chg="del">
          <ac:chgData name="Pascal Spangler" userId="S::pascal.spangler@bs1in.de::765ef6d1-b5ab-4f3b-84ba-93f81d67d936" providerId="AD" clId="Web-{A37B6ED3-B0A3-97D8-5ADF-7587A56C542F}" dt="2026-01-20T11:10:24.623" v="115"/>
          <ac:spMkLst>
            <pc:docMk/>
            <pc:sldMk cId="2937181702" sldId="270"/>
            <ac:spMk id="3" creationId="{4D3BA38B-04F3-E848-7EC0-E803A0BD9F97}"/>
          </ac:spMkLst>
        </pc:spChg>
        <pc:picChg chg="add mod ord">
          <ac:chgData name="Pascal Spangler" userId="S::pascal.spangler@bs1in.de::765ef6d1-b5ab-4f3b-84ba-93f81d67d936" providerId="AD" clId="Web-{A37B6ED3-B0A3-97D8-5ADF-7587A56C542F}" dt="2026-01-20T11:19:39.093" v="127" actId="1076"/>
          <ac:picMkLst>
            <pc:docMk/>
            <pc:sldMk cId="2937181702" sldId="270"/>
            <ac:picMk id="4" creationId="{B0533AA2-C952-7215-EC9F-BE1C4B6F8FD1}"/>
          </ac:picMkLst>
        </pc:picChg>
        <pc:picChg chg="add mod">
          <ac:chgData name="Pascal Spangler" userId="S::pascal.spangler@bs1in.de::765ef6d1-b5ab-4f3b-84ba-93f81d67d936" providerId="AD" clId="Web-{A37B6ED3-B0A3-97D8-5ADF-7587A56C542F}" dt="2026-01-20T11:19:39.124" v="128" actId="1076"/>
          <ac:picMkLst>
            <pc:docMk/>
            <pc:sldMk cId="2937181702" sldId="270"/>
            <ac:picMk id="5" creationId="{F9D91C31-156C-3EC3-16B7-9D48F50A7C26}"/>
          </ac:picMkLst>
        </pc:picChg>
      </pc:sldChg>
    </pc:docChg>
  </pc:docChgLst>
  <pc:docChgLst>
    <pc:chgData name="Sophie Pfaller" userId="S::sophie.pfaller@bs1in.de::abc144e0-55a6-43fa-a0c6-bf552eec934c" providerId="AD" clId="Web-{088AEB3E-8189-3EA9-0F10-AA1274228E06}"/>
    <pc:docChg chg="modSld">
      <pc:chgData name="Sophie Pfaller" userId="S::sophie.pfaller@bs1in.de::abc144e0-55a6-43fa-a0c6-bf552eec934c" providerId="AD" clId="Web-{088AEB3E-8189-3EA9-0F10-AA1274228E06}" dt="2026-01-20T10:53:22.384" v="2" actId="20577"/>
      <pc:docMkLst>
        <pc:docMk/>
      </pc:docMkLst>
      <pc:sldChg chg="modSp">
        <pc:chgData name="Sophie Pfaller" userId="S::sophie.pfaller@bs1in.de::abc144e0-55a6-43fa-a0c6-bf552eec934c" providerId="AD" clId="Web-{088AEB3E-8189-3EA9-0F10-AA1274228E06}" dt="2026-01-20T10:53:22.384" v="2" actId="20577"/>
        <pc:sldMkLst>
          <pc:docMk/>
          <pc:sldMk cId="2683643167" sldId="258"/>
        </pc:sldMkLst>
        <pc:spChg chg="mod">
          <ac:chgData name="Sophie Pfaller" userId="S::sophie.pfaller@bs1in.de::abc144e0-55a6-43fa-a0c6-bf552eec934c" providerId="AD" clId="Web-{088AEB3E-8189-3EA9-0F10-AA1274228E06}" dt="2026-01-20T10:53:22.384" v="2" actId="20577"/>
          <ac:spMkLst>
            <pc:docMk/>
            <pc:sldMk cId="2683643167" sldId="258"/>
            <ac:spMk id="3" creationId="{FB24FE23-6AF7-888A-3072-6F7115A25005}"/>
          </ac:spMkLst>
        </pc:spChg>
      </pc:sldChg>
    </pc:docChg>
  </pc:docChgLst>
  <pc:docChgLst>
    <pc:chgData name="Daniel Guggenberger" userId="S::daniel.guggenberger@bs1in.de::8c820705-8a57-4fbb-bb46-cdfee936e4bf" providerId="AD" clId="Web-{9CD8A61B-8E9D-4F4A-99DA-C0AF60C14A9C}"/>
    <pc:docChg chg="addSld modSld">
      <pc:chgData name="Daniel Guggenberger" userId="S::daniel.guggenberger@bs1in.de::8c820705-8a57-4fbb-bb46-cdfee936e4bf" providerId="AD" clId="Web-{9CD8A61B-8E9D-4F4A-99DA-C0AF60C14A9C}" dt="2026-01-20T11:39:42.643" v="84" actId="20577"/>
      <pc:docMkLst>
        <pc:docMk/>
      </pc:docMkLst>
      <pc:sldChg chg="addSp delSp modSp">
        <pc:chgData name="Daniel Guggenberger" userId="S::daniel.guggenberger@bs1in.de::8c820705-8a57-4fbb-bb46-cdfee936e4bf" providerId="AD" clId="Web-{9CD8A61B-8E9D-4F4A-99DA-C0AF60C14A9C}" dt="2026-01-20T11:39:42.643" v="84" actId="20577"/>
        <pc:sldMkLst>
          <pc:docMk/>
          <pc:sldMk cId="2111177553" sldId="267"/>
        </pc:sldMkLst>
        <pc:spChg chg="mod">
          <ac:chgData name="Daniel Guggenberger" userId="S::daniel.guggenberger@bs1in.de::8c820705-8a57-4fbb-bb46-cdfee936e4bf" providerId="AD" clId="Web-{9CD8A61B-8E9D-4F4A-99DA-C0AF60C14A9C}" dt="2026-01-20T11:39:42.643" v="84" actId="20577"/>
          <ac:spMkLst>
            <pc:docMk/>
            <pc:sldMk cId="2111177553" sldId="267"/>
            <ac:spMk id="3" creationId="{C21C6BFC-E6DB-26E2-6A74-34972F5BDEAF}"/>
          </ac:spMkLst>
        </pc:spChg>
        <pc:spChg chg="add del mod">
          <ac:chgData name="Daniel Guggenberger" userId="S::daniel.guggenberger@bs1in.de::8c820705-8a57-4fbb-bb46-cdfee936e4bf" providerId="AD" clId="Web-{9CD8A61B-8E9D-4F4A-99DA-C0AF60C14A9C}" dt="2026-01-20T11:37:44.643" v="29"/>
          <ac:spMkLst>
            <pc:docMk/>
            <pc:sldMk cId="2111177553" sldId="267"/>
            <ac:spMk id="5" creationId="{323C574B-AC98-4E8A-6B68-35F68DF25B7B}"/>
          </ac:spMkLst>
        </pc:spChg>
      </pc:sldChg>
      <pc:sldChg chg="addSp delSp modSp new">
        <pc:chgData name="Daniel Guggenberger" userId="S::daniel.guggenberger@bs1in.de::8c820705-8a57-4fbb-bb46-cdfee936e4bf" providerId="AD" clId="Web-{9CD8A61B-8E9D-4F4A-99DA-C0AF60C14A9C}" dt="2026-01-20T10:50:47.305" v="14" actId="1076"/>
        <pc:sldMkLst>
          <pc:docMk/>
          <pc:sldMk cId="9792188" sldId="269"/>
        </pc:sldMkLst>
        <pc:spChg chg="mod">
          <ac:chgData name="Daniel Guggenberger" userId="S::daniel.guggenberger@bs1in.de::8c820705-8a57-4fbb-bb46-cdfee936e4bf" providerId="AD" clId="Web-{9CD8A61B-8E9D-4F4A-99DA-C0AF60C14A9C}" dt="2026-01-20T10:50:47.305" v="14" actId="1076"/>
          <ac:spMkLst>
            <pc:docMk/>
            <pc:sldMk cId="9792188" sldId="269"/>
            <ac:spMk id="2" creationId="{2A0413CA-51B2-15A8-1B36-76A5360D8011}"/>
          </ac:spMkLst>
        </pc:spChg>
        <pc:spChg chg="del">
          <ac:chgData name="Daniel Guggenberger" userId="S::daniel.guggenberger@bs1in.de::8c820705-8a57-4fbb-bb46-cdfee936e4bf" providerId="AD" clId="Web-{9CD8A61B-8E9D-4F4A-99DA-C0AF60C14A9C}" dt="2026-01-20T10:49:13.400" v="1"/>
          <ac:spMkLst>
            <pc:docMk/>
            <pc:sldMk cId="9792188" sldId="269"/>
            <ac:spMk id="3" creationId="{1575C732-E369-1D9C-E688-1F2433634E00}"/>
          </ac:spMkLst>
        </pc:spChg>
        <pc:spChg chg="add mod">
          <ac:chgData name="Daniel Guggenberger" userId="S::daniel.guggenberger@bs1in.de::8c820705-8a57-4fbb-bb46-cdfee936e4bf" providerId="AD" clId="Web-{9CD8A61B-8E9D-4F4A-99DA-C0AF60C14A9C}" dt="2026-01-20T10:49:54.994" v="6"/>
          <ac:spMkLst>
            <pc:docMk/>
            <pc:sldMk cId="9792188" sldId="269"/>
            <ac:spMk id="6" creationId="{56AF12E2-E3B5-0E9F-C739-0709BFC9EB32}"/>
          </ac:spMkLst>
        </pc:spChg>
        <pc:picChg chg="add del mod ord">
          <ac:chgData name="Daniel Guggenberger" userId="S::daniel.guggenberger@bs1in.de::8c820705-8a57-4fbb-bb46-cdfee936e4bf" providerId="AD" clId="Web-{9CD8A61B-8E9D-4F4A-99DA-C0AF60C14A9C}" dt="2026-01-20T10:49:54.994" v="6"/>
          <ac:picMkLst>
            <pc:docMk/>
            <pc:sldMk cId="9792188" sldId="269"/>
            <ac:picMk id="4" creationId="{01724916-9208-47E1-9ECB-4B8D83E28396}"/>
          </ac:picMkLst>
        </pc:picChg>
      </pc:sldChg>
      <pc:sldChg chg="addSp delSp modSp add replId">
        <pc:chgData name="Daniel Guggenberger" userId="S::daniel.guggenberger@bs1in.de::8c820705-8a57-4fbb-bb46-cdfee936e4bf" providerId="AD" clId="Web-{9CD8A61B-8E9D-4F4A-99DA-C0AF60C14A9C}" dt="2026-01-20T11:38:18.362" v="36" actId="14100"/>
        <pc:sldMkLst>
          <pc:docMk/>
          <pc:sldMk cId="1339746481" sldId="271"/>
        </pc:sldMkLst>
        <pc:spChg chg="del">
          <ac:chgData name="Daniel Guggenberger" userId="S::daniel.guggenberger@bs1in.de::8c820705-8a57-4fbb-bb46-cdfee936e4bf" providerId="AD" clId="Web-{9CD8A61B-8E9D-4F4A-99DA-C0AF60C14A9C}" dt="2026-01-20T11:37:53.472" v="32"/>
          <ac:spMkLst>
            <pc:docMk/>
            <pc:sldMk cId="1339746481" sldId="271"/>
            <ac:spMk id="3" creationId="{822FF7C3-A62C-1469-2566-2A9B3F703331}"/>
          </ac:spMkLst>
        </pc:spChg>
        <pc:spChg chg="mod">
          <ac:chgData name="Daniel Guggenberger" userId="S::daniel.guggenberger@bs1in.de::8c820705-8a57-4fbb-bb46-cdfee936e4bf" providerId="AD" clId="Web-{9CD8A61B-8E9D-4F4A-99DA-C0AF60C14A9C}" dt="2026-01-20T11:38:18.362" v="36" actId="14100"/>
          <ac:spMkLst>
            <pc:docMk/>
            <pc:sldMk cId="1339746481" sldId="271"/>
            <ac:spMk id="5" creationId="{433D5CB4-FC9A-DE35-2C2C-5CD5A889DC62}"/>
          </ac:spMkLst>
        </pc:spChg>
        <pc:spChg chg="add del mod">
          <ac:chgData name="Daniel Guggenberger" userId="S::daniel.guggenberger@bs1in.de::8c820705-8a57-4fbb-bb46-cdfee936e4bf" providerId="AD" clId="Web-{9CD8A61B-8E9D-4F4A-99DA-C0AF60C14A9C}" dt="2026-01-20T11:37:57.081" v="33"/>
          <ac:spMkLst>
            <pc:docMk/>
            <pc:sldMk cId="1339746481" sldId="271"/>
            <ac:spMk id="6" creationId="{F369242B-9EFF-80FD-3125-C0FC9B445A1A}"/>
          </ac:spMkLst>
        </pc:spChg>
      </pc:sldChg>
    </pc:docChg>
  </pc:docChgLst>
  <pc:docChgLst>
    <pc:chgData name="Pascal Spangler" userId="765ef6d1-b5ab-4f3b-84ba-93f81d67d936" providerId="ADAL" clId="{336084C8-5FBF-4A39-87F9-A5DB30EA0595}"/>
    <pc:docChg chg="undo custSel modSld">
      <pc:chgData name="Pascal Spangler" userId="765ef6d1-b5ab-4f3b-84ba-93f81d67d936" providerId="ADAL" clId="{336084C8-5FBF-4A39-87F9-A5DB30EA0595}" dt="2026-01-20T20:21:16.508" v="106" actId="20577"/>
      <pc:docMkLst>
        <pc:docMk/>
      </pc:docMkLst>
      <pc:sldChg chg="modSp mod">
        <pc:chgData name="Pascal Spangler" userId="765ef6d1-b5ab-4f3b-84ba-93f81d67d936" providerId="ADAL" clId="{336084C8-5FBF-4A39-87F9-A5DB30EA0595}" dt="2026-01-20T20:09:09.756" v="3" actId="2711"/>
        <pc:sldMkLst>
          <pc:docMk/>
          <pc:sldMk cId="248908880" sldId="256"/>
        </pc:sldMkLst>
        <pc:spChg chg="mod">
          <ac:chgData name="Pascal Spangler" userId="765ef6d1-b5ab-4f3b-84ba-93f81d67d936" providerId="ADAL" clId="{336084C8-5FBF-4A39-87F9-A5DB30EA0595}" dt="2026-01-20T20:09:09.756" v="3" actId="2711"/>
          <ac:spMkLst>
            <pc:docMk/>
            <pc:sldMk cId="248908880" sldId="256"/>
            <ac:spMk id="2" creationId="{BAD1C2B2-1E50-2100-5EFC-EBA269B408C0}"/>
          </ac:spMkLst>
        </pc:spChg>
        <pc:spChg chg="mod">
          <ac:chgData name="Pascal Spangler" userId="765ef6d1-b5ab-4f3b-84ba-93f81d67d936" providerId="ADAL" clId="{336084C8-5FBF-4A39-87F9-A5DB30EA0595}" dt="2026-01-20T20:09:02.084" v="2" actId="2711"/>
          <ac:spMkLst>
            <pc:docMk/>
            <pc:sldMk cId="248908880" sldId="256"/>
            <ac:spMk id="3" creationId="{960B9392-CFE7-0629-4CE0-C87CA282B66E}"/>
          </ac:spMkLst>
        </pc:spChg>
      </pc:sldChg>
      <pc:sldChg chg="modSp mod">
        <pc:chgData name="Pascal Spangler" userId="765ef6d1-b5ab-4f3b-84ba-93f81d67d936" providerId="ADAL" clId="{336084C8-5FBF-4A39-87F9-A5DB30EA0595}" dt="2026-01-20T20:20:43.906" v="86" actId="113"/>
        <pc:sldMkLst>
          <pc:docMk/>
          <pc:sldMk cId="2683643167" sldId="258"/>
        </pc:sldMkLst>
        <pc:spChg chg="mod">
          <ac:chgData name="Pascal Spangler" userId="765ef6d1-b5ab-4f3b-84ba-93f81d67d936" providerId="ADAL" clId="{336084C8-5FBF-4A39-87F9-A5DB30EA0595}" dt="2026-01-20T20:08:53.521" v="1" actId="2711"/>
          <ac:spMkLst>
            <pc:docMk/>
            <pc:sldMk cId="2683643167" sldId="258"/>
            <ac:spMk id="2" creationId="{DDB89838-2E33-AF75-03ED-6FB0D7104696}"/>
          </ac:spMkLst>
        </pc:spChg>
        <pc:spChg chg="mod">
          <ac:chgData name="Pascal Spangler" userId="765ef6d1-b5ab-4f3b-84ba-93f81d67d936" providerId="ADAL" clId="{336084C8-5FBF-4A39-87F9-A5DB30EA0595}" dt="2026-01-20T20:20:43.906" v="86" actId="113"/>
          <ac:spMkLst>
            <pc:docMk/>
            <pc:sldMk cId="2683643167" sldId="258"/>
            <ac:spMk id="3" creationId="{FB24FE23-6AF7-888A-3072-6F7115A25005}"/>
          </ac:spMkLst>
        </pc:spChg>
      </pc:sldChg>
      <pc:sldChg chg="modSp mod">
        <pc:chgData name="Pascal Spangler" userId="765ef6d1-b5ab-4f3b-84ba-93f81d67d936" providerId="ADAL" clId="{336084C8-5FBF-4A39-87F9-A5DB30EA0595}" dt="2026-01-20T20:21:04.541" v="96" actId="20577"/>
        <pc:sldMkLst>
          <pc:docMk/>
          <pc:sldMk cId="493813327" sldId="259"/>
        </pc:sldMkLst>
        <pc:spChg chg="mod">
          <ac:chgData name="Pascal Spangler" userId="765ef6d1-b5ab-4f3b-84ba-93f81d67d936" providerId="ADAL" clId="{336084C8-5FBF-4A39-87F9-A5DB30EA0595}" dt="2026-01-20T20:09:18.469" v="4" actId="2711"/>
          <ac:spMkLst>
            <pc:docMk/>
            <pc:sldMk cId="493813327" sldId="259"/>
            <ac:spMk id="2" creationId="{78216916-D36E-1A0A-89D2-90C85264697C}"/>
          </ac:spMkLst>
        </pc:spChg>
        <pc:spChg chg="mod">
          <ac:chgData name="Pascal Spangler" userId="765ef6d1-b5ab-4f3b-84ba-93f81d67d936" providerId="ADAL" clId="{336084C8-5FBF-4A39-87F9-A5DB30EA0595}" dt="2026-01-20T20:21:04.541" v="96" actId="20577"/>
          <ac:spMkLst>
            <pc:docMk/>
            <pc:sldMk cId="493813327" sldId="259"/>
            <ac:spMk id="3" creationId="{2E0F1E06-FE3A-5720-9C93-D90A2B0F93A6}"/>
          </ac:spMkLst>
        </pc:spChg>
      </pc:sldChg>
      <pc:sldChg chg="modSp mod">
        <pc:chgData name="Pascal Spangler" userId="765ef6d1-b5ab-4f3b-84ba-93f81d67d936" providerId="ADAL" clId="{336084C8-5FBF-4A39-87F9-A5DB30EA0595}" dt="2026-01-20T20:21:16.508" v="106" actId="20577"/>
        <pc:sldMkLst>
          <pc:docMk/>
          <pc:sldMk cId="596241294" sldId="260"/>
        </pc:sldMkLst>
        <pc:spChg chg="mod">
          <ac:chgData name="Pascal Spangler" userId="765ef6d1-b5ab-4f3b-84ba-93f81d67d936" providerId="ADAL" clId="{336084C8-5FBF-4A39-87F9-A5DB30EA0595}" dt="2026-01-20T20:09:35.706" v="7" actId="2711"/>
          <ac:spMkLst>
            <pc:docMk/>
            <pc:sldMk cId="596241294" sldId="260"/>
            <ac:spMk id="2" creationId="{DF22FA28-8122-CCF7-A84A-C64D7BDC2172}"/>
          </ac:spMkLst>
        </pc:spChg>
        <pc:spChg chg="mod">
          <ac:chgData name="Pascal Spangler" userId="765ef6d1-b5ab-4f3b-84ba-93f81d67d936" providerId="ADAL" clId="{336084C8-5FBF-4A39-87F9-A5DB30EA0595}" dt="2026-01-20T20:21:16.508" v="106" actId="20577"/>
          <ac:spMkLst>
            <pc:docMk/>
            <pc:sldMk cId="596241294" sldId="260"/>
            <ac:spMk id="3" creationId="{32B69319-08A9-53C9-E581-A3FC060C93E0}"/>
          </ac:spMkLst>
        </pc:spChg>
      </pc:sldChg>
      <pc:sldChg chg="modSp mod">
        <pc:chgData name="Pascal Spangler" userId="765ef6d1-b5ab-4f3b-84ba-93f81d67d936" providerId="ADAL" clId="{336084C8-5FBF-4A39-87F9-A5DB30EA0595}" dt="2026-01-20T20:19:50.423" v="77" actId="1076"/>
        <pc:sldMkLst>
          <pc:docMk/>
          <pc:sldMk cId="3873096155" sldId="261"/>
        </pc:sldMkLst>
        <pc:spChg chg="mod">
          <ac:chgData name="Pascal Spangler" userId="765ef6d1-b5ab-4f3b-84ba-93f81d67d936" providerId="ADAL" clId="{336084C8-5FBF-4A39-87F9-A5DB30EA0595}" dt="2026-01-20T20:09:49.769" v="9" actId="2711"/>
          <ac:spMkLst>
            <pc:docMk/>
            <pc:sldMk cId="3873096155" sldId="261"/>
            <ac:spMk id="2" creationId="{E9EA3B8D-D557-BCC9-CB59-3A1B937F43AA}"/>
          </ac:spMkLst>
        </pc:spChg>
        <pc:picChg chg="mod">
          <ac:chgData name="Pascal Spangler" userId="765ef6d1-b5ab-4f3b-84ba-93f81d67d936" providerId="ADAL" clId="{336084C8-5FBF-4A39-87F9-A5DB30EA0595}" dt="2026-01-20T20:19:50.423" v="77" actId="1076"/>
          <ac:picMkLst>
            <pc:docMk/>
            <pc:sldMk cId="3873096155" sldId="261"/>
            <ac:picMk id="5" creationId="{D8FB9D90-9B02-37AA-788A-CAEEC4348C6B}"/>
          </ac:picMkLst>
        </pc:picChg>
      </pc:sldChg>
      <pc:sldChg chg="modSp mod">
        <pc:chgData name="Pascal Spangler" userId="765ef6d1-b5ab-4f3b-84ba-93f81d67d936" providerId="ADAL" clId="{336084C8-5FBF-4A39-87F9-A5DB30EA0595}" dt="2026-01-20T20:10:19.151" v="11" actId="2711"/>
        <pc:sldMkLst>
          <pc:docMk/>
          <pc:sldMk cId="4290352660" sldId="262"/>
        </pc:sldMkLst>
        <pc:spChg chg="mod">
          <ac:chgData name="Pascal Spangler" userId="765ef6d1-b5ab-4f3b-84ba-93f81d67d936" providerId="ADAL" clId="{336084C8-5FBF-4A39-87F9-A5DB30EA0595}" dt="2026-01-20T20:10:19.151" v="11" actId="2711"/>
          <ac:spMkLst>
            <pc:docMk/>
            <pc:sldMk cId="4290352660" sldId="262"/>
            <ac:spMk id="2" creationId="{FB5C2CE1-EFE6-035E-44DF-14314FBB9146}"/>
          </ac:spMkLst>
        </pc:spChg>
      </pc:sldChg>
      <pc:sldChg chg="modSp mod">
        <pc:chgData name="Pascal Spangler" userId="765ef6d1-b5ab-4f3b-84ba-93f81d67d936" providerId="ADAL" clId="{336084C8-5FBF-4A39-87F9-A5DB30EA0595}" dt="2026-01-20T20:10:35.194" v="13" actId="2711"/>
        <pc:sldMkLst>
          <pc:docMk/>
          <pc:sldMk cId="536161818" sldId="263"/>
        </pc:sldMkLst>
        <pc:spChg chg="mod">
          <ac:chgData name="Pascal Spangler" userId="765ef6d1-b5ab-4f3b-84ba-93f81d67d936" providerId="ADAL" clId="{336084C8-5FBF-4A39-87F9-A5DB30EA0595}" dt="2026-01-20T20:10:35.194" v="13" actId="2711"/>
          <ac:spMkLst>
            <pc:docMk/>
            <pc:sldMk cId="536161818" sldId="263"/>
            <ac:spMk id="2" creationId="{510D8ECF-3A54-E10F-6A95-5A3BF444D2BB}"/>
          </ac:spMkLst>
        </pc:spChg>
      </pc:sldChg>
      <pc:sldChg chg="modSp mod">
        <pc:chgData name="Pascal Spangler" userId="765ef6d1-b5ab-4f3b-84ba-93f81d67d936" providerId="ADAL" clId="{336084C8-5FBF-4A39-87F9-A5DB30EA0595}" dt="2026-01-20T20:18:16.162" v="72" actId="20577"/>
        <pc:sldMkLst>
          <pc:docMk/>
          <pc:sldMk cId="36782736" sldId="264"/>
        </pc:sldMkLst>
        <pc:spChg chg="mod">
          <ac:chgData name="Pascal Spangler" userId="765ef6d1-b5ab-4f3b-84ba-93f81d67d936" providerId="ADAL" clId="{336084C8-5FBF-4A39-87F9-A5DB30EA0595}" dt="2026-01-20T20:10:40.453" v="14" actId="2711"/>
          <ac:spMkLst>
            <pc:docMk/>
            <pc:sldMk cId="36782736" sldId="264"/>
            <ac:spMk id="2" creationId="{0EC349AC-17F2-CE7D-3C56-ADA4F3823AD7}"/>
          </ac:spMkLst>
        </pc:spChg>
        <pc:spChg chg="mod">
          <ac:chgData name="Pascal Spangler" userId="765ef6d1-b5ab-4f3b-84ba-93f81d67d936" providerId="ADAL" clId="{336084C8-5FBF-4A39-87F9-A5DB30EA0595}" dt="2026-01-20T20:18:16.162" v="72" actId="20577"/>
          <ac:spMkLst>
            <pc:docMk/>
            <pc:sldMk cId="36782736" sldId="264"/>
            <ac:spMk id="3" creationId="{1D920683-CD76-00C4-0578-2913F060B6C7}"/>
          </ac:spMkLst>
        </pc:spChg>
      </pc:sldChg>
      <pc:sldChg chg="modSp mod">
        <pc:chgData name="Pascal Spangler" userId="765ef6d1-b5ab-4f3b-84ba-93f81d67d936" providerId="ADAL" clId="{336084C8-5FBF-4A39-87F9-A5DB30EA0595}" dt="2026-01-20T20:10:59.217" v="18" actId="2711"/>
        <pc:sldMkLst>
          <pc:docMk/>
          <pc:sldMk cId="2422566254" sldId="266"/>
        </pc:sldMkLst>
        <pc:spChg chg="mod">
          <ac:chgData name="Pascal Spangler" userId="765ef6d1-b5ab-4f3b-84ba-93f81d67d936" providerId="ADAL" clId="{336084C8-5FBF-4A39-87F9-A5DB30EA0595}" dt="2026-01-20T20:10:59.217" v="18" actId="2711"/>
          <ac:spMkLst>
            <pc:docMk/>
            <pc:sldMk cId="2422566254" sldId="266"/>
            <ac:spMk id="2" creationId="{EAC2607F-628D-B5FB-F9C0-B201D77AADC2}"/>
          </ac:spMkLst>
        </pc:spChg>
      </pc:sldChg>
      <pc:sldChg chg="modSp mod">
        <pc:chgData name="Pascal Spangler" userId="765ef6d1-b5ab-4f3b-84ba-93f81d67d936" providerId="ADAL" clId="{336084C8-5FBF-4A39-87F9-A5DB30EA0595}" dt="2026-01-20T20:16:56.544" v="55" actId="27636"/>
        <pc:sldMkLst>
          <pc:docMk/>
          <pc:sldMk cId="2111177553" sldId="267"/>
        </pc:sldMkLst>
        <pc:spChg chg="mod">
          <ac:chgData name="Pascal Spangler" userId="765ef6d1-b5ab-4f3b-84ba-93f81d67d936" providerId="ADAL" clId="{336084C8-5FBF-4A39-87F9-A5DB30EA0595}" dt="2026-01-20T20:11:04.776" v="19" actId="2711"/>
          <ac:spMkLst>
            <pc:docMk/>
            <pc:sldMk cId="2111177553" sldId="267"/>
            <ac:spMk id="2" creationId="{E16F043A-BC03-BC76-B79B-0EC3B1B56B59}"/>
          </ac:spMkLst>
        </pc:spChg>
        <pc:spChg chg="mod">
          <ac:chgData name="Pascal Spangler" userId="765ef6d1-b5ab-4f3b-84ba-93f81d67d936" providerId="ADAL" clId="{336084C8-5FBF-4A39-87F9-A5DB30EA0595}" dt="2026-01-20T20:16:56.544" v="55" actId="27636"/>
          <ac:spMkLst>
            <pc:docMk/>
            <pc:sldMk cId="2111177553" sldId="267"/>
            <ac:spMk id="3" creationId="{C21C6BFC-E6DB-26E2-6A74-34972F5BDEAF}"/>
          </ac:spMkLst>
        </pc:spChg>
      </pc:sldChg>
      <pc:sldChg chg="modSp mod">
        <pc:chgData name="Pascal Spangler" userId="765ef6d1-b5ab-4f3b-84ba-93f81d67d936" providerId="ADAL" clId="{336084C8-5FBF-4A39-87F9-A5DB30EA0595}" dt="2026-01-20T20:11:35.844" v="31" actId="122"/>
        <pc:sldMkLst>
          <pc:docMk/>
          <pc:sldMk cId="3481764748" sldId="268"/>
        </pc:sldMkLst>
        <pc:spChg chg="mod">
          <ac:chgData name="Pascal Spangler" userId="765ef6d1-b5ab-4f3b-84ba-93f81d67d936" providerId="ADAL" clId="{336084C8-5FBF-4A39-87F9-A5DB30EA0595}" dt="2026-01-20T20:11:35.844" v="31" actId="122"/>
          <ac:spMkLst>
            <pc:docMk/>
            <pc:sldMk cId="3481764748" sldId="268"/>
            <ac:spMk id="2" creationId="{A5CD0128-E709-0AF0-D668-408E46F754F1}"/>
          </ac:spMkLst>
        </pc:spChg>
      </pc:sldChg>
      <pc:sldChg chg="modSp mod">
        <pc:chgData name="Pascal Spangler" userId="765ef6d1-b5ab-4f3b-84ba-93f81d67d936" providerId="ADAL" clId="{336084C8-5FBF-4A39-87F9-A5DB30EA0595}" dt="2026-01-20T20:10:26.509" v="12" actId="2711"/>
        <pc:sldMkLst>
          <pc:docMk/>
          <pc:sldMk cId="9792188" sldId="269"/>
        </pc:sldMkLst>
        <pc:spChg chg="mod">
          <ac:chgData name="Pascal Spangler" userId="765ef6d1-b5ab-4f3b-84ba-93f81d67d936" providerId="ADAL" clId="{336084C8-5FBF-4A39-87F9-A5DB30EA0595}" dt="2026-01-20T20:10:26.509" v="12" actId="2711"/>
          <ac:spMkLst>
            <pc:docMk/>
            <pc:sldMk cId="9792188" sldId="269"/>
            <ac:spMk id="2" creationId="{2A0413CA-51B2-15A8-1B36-76A5360D8011}"/>
          </ac:spMkLst>
        </pc:spChg>
      </pc:sldChg>
      <pc:sldChg chg="modSp mod">
        <pc:chgData name="Pascal Spangler" userId="765ef6d1-b5ab-4f3b-84ba-93f81d67d936" providerId="ADAL" clId="{336084C8-5FBF-4A39-87F9-A5DB30EA0595}" dt="2026-01-20T20:16:17.878" v="53" actId="1076"/>
        <pc:sldMkLst>
          <pc:docMk/>
          <pc:sldMk cId="2937181702" sldId="270"/>
        </pc:sldMkLst>
        <pc:spChg chg="mod">
          <ac:chgData name="Pascal Spangler" userId="765ef6d1-b5ab-4f3b-84ba-93f81d67d936" providerId="ADAL" clId="{336084C8-5FBF-4A39-87F9-A5DB30EA0595}" dt="2026-01-20T20:10:10.815" v="10" actId="2711"/>
          <ac:spMkLst>
            <pc:docMk/>
            <pc:sldMk cId="2937181702" sldId="270"/>
            <ac:spMk id="2" creationId="{FFFF93CD-551A-54B7-5D6B-100F7D5440F3}"/>
          </ac:spMkLst>
        </pc:spChg>
        <pc:picChg chg="mod">
          <ac:chgData name="Pascal Spangler" userId="765ef6d1-b5ab-4f3b-84ba-93f81d67d936" providerId="ADAL" clId="{336084C8-5FBF-4A39-87F9-A5DB30EA0595}" dt="2026-01-20T20:16:17.878" v="53" actId="1076"/>
          <ac:picMkLst>
            <pc:docMk/>
            <pc:sldMk cId="2937181702" sldId="270"/>
            <ac:picMk id="4" creationId="{B0533AA2-C952-7215-EC9F-BE1C4B6F8FD1}"/>
          </ac:picMkLst>
        </pc:picChg>
        <pc:picChg chg="mod">
          <ac:chgData name="Pascal Spangler" userId="765ef6d1-b5ab-4f3b-84ba-93f81d67d936" providerId="ADAL" clId="{336084C8-5FBF-4A39-87F9-A5DB30EA0595}" dt="2026-01-20T20:16:17.878" v="53" actId="1076"/>
          <ac:picMkLst>
            <pc:docMk/>
            <pc:sldMk cId="2937181702" sldId="270"/>
            <ac:picMk id="5" creationId="{F9D91C31-156C-3EC3-16B7-9D48F50A7C26}"/>
          </ac:picMkLst>
        </pc:picChg>
      </pc:sldChg>
      <pc:sldChg chg="modSp mod">
        <pc:chgData name="Pascal Spangler" userId="765ef6d1-b5ab-4f3b-84ba-93f81d67d936" providerId="ADAL" clId="{336084C8-5FBF-4A39-87F9-A5DB30EA0595}" dt="2026-01-20T20:17:33.837" v="64" actId="27636"/>
        <pc:sldMkLst>
          <pc:docMk/>
          <pc:sldMk cId="1339746481" sldId="271"/>
        </pc:sldMkLst>
        <pc:spChg chg="mod">
          <ac:chgData name="Pascal Spangler" userId="765ef6d1-b5ab-4f3b-84ba-93f81d67d936" providerId="ADAL" clId="{336084C8-5FBF-4A39-87F9-A5DB30EA0595}" dt="2026-01-20T20:11:18.167" v="24" actId="2711"/>
          <ac:spMkLst>
            <pc:docMk/>
            <pc:sldMk cId="1339746481" sldId="271"/>
            <ac:spMk id="2" creationId="{0DB9409D-B74B-C960-3A28-6184E031A073}"/>
          </ac:spMkLst>
        </pc:spChg>
        <pc:spChg chg="mod">
          <ac:chgData name="Pascal Spangler" userId="765ef6d1-b5ab-4f3b-84ba-93f81d67d936" providerId="ADAL" clId="{336084C8-5FBF-4A39-87F9-A5DB30EA0595}" dt="2026-01-20T20:17:33.837" v="64" actId="27636"/>
          <ac:spMkLst>
            <pc:docMk/>
            <pc:sldMk cId="1339746481" sldId="271"/>
            <ac:spMk id="5" creationId="{433D5CB4-FC9A-DE35-2C2C-5CD5A889DC62}"/>
          </ac:spMkLst>
        </pc:spChg>
      </pc:sldChg>
    </pc:docChg>
  </pc:docChgLst>
  <pc:docChgLst>
    <pc:chgData name="Pascal Spangler" userId="565fa8f06cb0eae2" providerId="LiveId" clId="{7D9AC4BE-D7BE-441B-8EC9-937D996A281C}"/>
    <pc:docChg chg="modSld">
      <pc:chgData name="Pascal Spangler" userId="565fa8f06cb0eae2" providerId="LiveId" clId="{7D9AC4BE-D7BE-441B-8EC9-937D996A281C}" dt="2026-01-18T20:16:41.889" v="21" actId="20577"/>
      <pc:docMkLst>
        <pc:docMk/>
      </pc:docMkLst>
      <pc:sldChg chg="modSp mod">
        <pc:chgData name="Pascal Spangler" userId="565fa8f06cb0eae2" providerId="LiveId" clId="{7D9AC4BE-D7BE-441B-8EC9-937D996A281C}" dt="2026-01-18T20:16:41.889" v="21" actId="20577"/>
        <pc:sldMkLst>
          <pc:docMk/>
          <pc:sldMk cId="596241294" sldId="260"/>
        </pc:sldMkLst>
        <pc:spChg chg="mod">
          <ac:chgData name="Pascal Spangler" userId="565fa8f06cb0eae2" providerId="LiveId" clId="{7D9AC4BE-D7BE-441B-8EC9-937D996A281C}" dt="2026-01-18T20:16:41.889" v="21" actId="20577"/>
          <ac:spMkLst>
            <pc:docMk/>
            <pc:sldMk cId="596241294" sldId="260"/>
            <ac:spMk id="3" creationId="{32B69319-08A9-53C9-E581-A3FC060C93E0}"/>
          </ac:spMkLst>
        </pc:spChg>
      </pc:sldChg>
    </pc:docChg>
  </pc:docChgLst>
  <pc:docChgLst>
    <pc:chgData name="Pascal Spangler" userId="S::pascal.spangler@bs1in.de::765ef6d1-b5ab-4f3b-84ba-93f81d67d936" providerId="AD" clId="Web-{4354D25D-FFEF-4A60-878A-B184B257607E}"/>
    <pc:docChg chg="modSld">
      <pc:chgData name="Pascal Spangler" userId="S::pascal.spangler@bs1in.de::765ef6d1-b5ab-4f3b-84ba-93f81d67d936" providerId="AD" clId="Web-{4354D25D-FFEF-4A60-878A-B184B257607E}" dt="2026-01-20T19:45:25.254" v="15" actId="20577"/>
      <pc:docMkLst>
        <pc:docMk/>
      </pc:docMkLst>
      <pc:sldChg chg="modSp">
        <pc:chgData name="Pascal Spangler" userId="S::pascal.spangler@bs1in.de::765ef6d1-b5ab-4f3b-84ba-93f81d67d936" providerId="AD" clId="Web-{4354D25D-FFEF-4A60-878A-B184B257607E}" dt="2026-01-20T19:32:01.267" v="3" actId="20577"/>
        <pc:sldMkLst>
          <pc:docMk/>
          <pc:sldMk cId="248908880" sldId="256"/>
        </pc:sldMkLst>
        <pc:spChg chg="mod">
          <ac:chgData name="Pascal Spangler" userId="S::pascal.spangler@bs1in.de::765ef6d1-b5ab-4f3b-84ba-93f81d67d936" providerId="AD" clId="Web-{4354D25D-FFEF-4A60-878A-B184B257607E}" dt="2026-01-20T19:32:01.267" v="3" actId="20577"/>
          <ac:spMkLst>
            <pc:docMk/>
            <pc:sldMk cId="248908880" sldId="256"/>
            <ac:spMk id="2" creationId="{BAD1C2B2-1E50-2100-5EFC-EBA269B408C0}"/>
          </ac:spMkLst>
        </pc:spChg>
      </pc:sldChg>
      <pc:sldChg chg="modSp">
        <pc:chgData name="Pascal Spangler" userId="S::pascal.spangler@bs1in.de::765ef6d1-b5ab-4f3b-84ba-93f81d67d936" providerId="AD" clId="Web-{4354D25D-FFEF-4A60-878A-B184B257607E}" dt="2026-01-20T19:34:14.362" v="13" actId="20577"/>
        <pc:sldMkLst>
          <pc:docMk/>
          <pc:sldMk cId="2683643167" sldId="258"/>
        </pc:sldMkLst>
        <pc:spChg chg="mod">
          <ac:chgData name="Pascal Spangler" userId="S::pascal.spangler@bs1in.de::765ef6d1-b5ab-4f3b-84ba-93f81d67d936" providerId="AD" clId="Web-{4354D25D-FFEF-4A60-878A-B184B257607E}" dt="2026-01-20T19:34:14.362" v="13" actId="20577"/>
          <ac:spMkLst>
            <pc:docMk/>
            <pc:sldMk cId="2683643167" sldId="258"/>
            <ac:spMk id="3" creationId="{FB24FE23-6AF7-888A-3072-6F7115A25005}"/>
          </ac:spMkLst>
        </pc:spChg>
      </pc:sldChg>
      <pc:sldChg chg="modSp">
        <pc:chgData name="Pascal Spangler" userId="S::pascal.spangler@bs1in.de::765ef6d1-b5ab-4f3b-84ba-93f81d67d936" providerId="AD" clId="Web-{4354D25D-FFEF-4A60-878A-B184B257607E}" dt="2026-01-20T19:45:25.254" v="15" actId="20577"/>
        <pc:sldMkLst>
          <pc:docMk/>
          <pc:sldMk cId="9792188" sldId="269"/>
        </pc:sldMkLst>
        <pc:spChg chg="mod">
          <ac:chgData name="Pascal Spangler" userId="S::pascal.spangler@bs1in.de::765ef6d1-b5ab-4f3b-84ba-93f81d67d936" providerId="AD" clId="Web-{4354D25D-FFEF-4A60-878A-B184B257607E}" dt="2026-01-20T19:45:25.254" v="15" actId="20577"/>
          <ac:spMkLst>
            <pc:docMk/>
            <pc:sldMk cId="9792188" sldId="269"/>
            <ac:spMk id="2" creationId="{2A0413CA-51B2-15A8-1B36-76A5360D801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989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0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631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54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950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803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4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6537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436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886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50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16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3383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9641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392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1/21/2026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3467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1/21/2026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043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5138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1/21/2026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967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611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1/21/2026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0616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599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1/21/2026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6229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1/21/2026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6506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1/21/2026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3863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639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1/21/2026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2257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1/21/2026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766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1/21/2026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8540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8695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2202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4375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665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1415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4059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5394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6360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411384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8667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1916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719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93658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694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385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1151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880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4833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9565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36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344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48" r:id="rId2"/>
    <p:sldLayoutId id="2147483750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  <p:sldLayoutId id="2147483730" r:id="rId32"/>
    <p:sldLayoutId id="2147483731" r:id="rId33"/>
    <p:sldLayoutId id="2147483732" r:id="rId34"/>
    <p:sldLayoutId id="2147483733" r:id="rId35"/>
    <p:sldLayoutId id="2147483734" r:id="rId36"/>
    <p:sldLayoutId id="2147483735" r:id="rId37"/>
    <p:sldLayoutId id="2147483736" r:id="rId38"/>
    <p:sldLayoutId id="2147483737" r:id="rId39"/>
    <p:sldLayoutId id="2147483738" r:id="rId40"/>
    <p:sldLayoutId id="2147483739" r:id="rId41"/>
    <p:sldLayoutId id="2147483740" r:id="rId42"/>
    <p:sldLayoutId id="2147483741" r:id="rId43"/>
    <p:sldLayoutId id="2147483742" r:id="rId44"/>
    <p:sldLayoutId id="2147483743" r:id="rId45"/>
    <p:sldLayoutId id="2147483744" r:id="rId46"/>
    <p:sldLayoutId id="2147483745" r:id="rId47"/>
    <p:sldLayoutId id="2147483746" r:id="rId48"/>
    <p:sldLayoutId id="2147483747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1C2B2-1E50-2100-5EFC-EBA269B40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Zwischenpräsentation der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ToDo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-Liste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0B9392-CFE7-0629-4CE0-C87CA282B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>
            <a:norm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Pascal, Sophie, Adrian, Leon &amp; Daniel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3B3A0D41-E2B2-DA2E-DBCF-06ED182E8D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8908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89838-2E33-AF75-03ED-6FB0D710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831478"/>
          </a:xfrm>
        </p:spPr>
        <p:txBody>
          <a:bodyPr/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Gliederung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4FE23-6AF7-888A-3072-6F7115A2500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070046"/>
            <a:ext cx="8467558" cy="438454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Projektidee</a:t>
            </a:r>
          </a:p>
          <a:p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Zeitmanagement</a:t>
            </a:r>
          </a:p>
          <a:p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b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3.1  Use-Case-Diagramm</a:t>
            </a:r>
            <a:b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3.2 Spezifikationen</a:t>
            </a:r>
            <a:b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3.3 Mockup</a:t>
            </a:r>
            <a:b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3.4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Trello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 Board</a:t>
            </a:r>
          </a:p>
          <a:p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b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4.1 Klassendiagramm</a:t>
            </a:r>
            <a:b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4.2 SQL-Variante</a:t>
            </a:r>
          </a:p>
          <a:p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Dokumentation</a:t>
            </a:r>
          </a:p>
          <a:p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Zukunftsausblick &amp; Risiken</a:t>
            </a:r>
          </a:p>
        </p:txBody>
      </p:sp>
    </p:spTree>
    <p:extLst>
      <p:ext uri="{BB962C8B-B14F-4D97-AF65-F5344CB8AC3E}">
        <p14:creationId xmlns:p14="http://schemas.microsoft.com/office/powerpoint/2010/main" val="2683643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16916-D36E-1A0A-89D2-90C852646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746238"/>
          </a:xfrm>
        </p:spPr>
        <p:txBody>
          <a:bodyPr/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1. Projektidee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F1E06-FE3A-5720-9C93-D90A2B0F93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071642"/>
            <a:ext cx="8467558" cy="3689909"/>
          </a:xfrm>
        </p:spPr>
        <p:txBody>
          <a:bodyPr/>
          <a:lstStyle/>
          <a:p>
            <a:pPr marL="0" indent="0">
              <a:buNone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ToDo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-Listen Anwendung</a:t>
            </a:r>
          </a:p>
          <a:p>
            <a:pPr marL="0" indent="0">
              <a:buNone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- User Anmeldung/Registrierung für Erstellung</a:t>
            </a:r>
          </a:p>
          <a:p>
            <a:pPr marL="0" indent="0">
              <a:buNone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ToDo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-Listen erstellen, bearbeiten, teilen und löschen</a:t>
            </a:r>
          </a:p>
          <a:p>
            <a:pPr marL="0" indent="0">
              <a:buNone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- Frontend mit Bootstrap</a:t>
            </a:r>
          </a:p>
          <a:p>
            <a:pPr marL="0" indent="0">
              <a:buNone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- Backend mit Python</a:t>
            </a:r>
          </a:p>
        </p:txBody>
      </p:sp>
    </p:spTree>
    <p:extLst>
      <p:ext uri="{BB962C8B-B14F-4D97-AF65-F5344CB8AC3E}">
        <p14:creationId xmlns:p14="http://schemas.microsoft.com/office/powerpoint/2010/main" val="493813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7D7D2-B702-454F-1CBE-E6381375B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2FA28-8122-CCF7-A84A-C64D7BDC2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746238"/>
          </a:xfrm>
        </p:spPr>
        <p:txBody>
          <a:bodyPr/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2. Zeitmanagement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69319-08A9-53C9-E581-A3FC060C93E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071642"/>
            <a:ext cx="8467558" cy="3689909"/>
          </a:xfrm>
        </p:spPr>
        <p:txBody>
          <a:bodyPr/>
          <a:lstStyle/>
          <a:p>
            <a:pPr marL="0" indent="0">
              <a:buNone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- Repo erstellen</a:t>
            </a:r>
          </a:p>
          <a:p>
            <a:pPr marL="0" indent="0">
              <a:buNone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- API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calls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bereitstellen</a:t>
            </a:r>
          </a:p>
          <a:p>
            <a:pPr marL="0" indent="0">
              <a:buNone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- Backend aufsetzen</a:t>
            </a:r>
          </a:p>
          <a:p>
            <a:pPr marL="0" indent="0">
              <a:buNone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- Frontend aus Mockup Umsetzen</a:t>
            </a:r>
          </a:p>
          <a:p>
            <a:pPr marL="0" indent="0">
              <a:buNone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- Testen und Bugfixes</a:t>
            </a:r>
          </a:p>
        </p:txBody>
      </p:sp>
    </p:spTree>
    <p:extLst>
      <p:ext uri="{BB962C8B-B14F-4D97-AF65-F5344CB8AC3E}">
        <p14:creationId xmlns:p14="http://schemas.microsoft.com/office/powerpoint/2010/main" val="596241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F1CEA-C385-27F2-6834-48FBC313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A3B8D-D557-BCC9-CB59-3A1B937F4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64108"/>
            <a:ext cx="9766387" cy="746238"/>
          </a:xfrm>
        </p:spPr>
        <p:txBody>
          <a:bodyPr>
            <a:norm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3.1 Frontend (Use-Case-Diagramm)</a:t>
            </a:r>
          </a:p>
        </p:txBody>
      </p:sp>
      <p:pic>
        <p:nvPicPr>
          <p:cNvPr id="5" name="Content Placeholder 4" descr="A diagram of a user&#10;&#10;AI-generated content may be incorrect.">
            <a:extLst>
              <a:ext uri="{FF2B5EF4-FFF2-40B4-BE49-F238E27FC236}">
                <a16:creationId xmlns:a16="http://schemas.microsoft.com/office/drawing/2014/main" id="{D8FB9D90-9B02-37AA-788A-CAEEC4348C6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160059" y="1410346"/>
            <a:ext cx="5871882" cy="527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096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5506F-489F-7815-3002-E88912F69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F93CD-551A-54B7-5D6B-100F7D544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746238"/>
          </a:xfrm>
        </p:spPr>
        <p:txBody>
          <a:bodyPr/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3.2 Spezifikationen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0533AA2-C952-7215-EC9F-BE1C4B6F8FD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78784" y="1410347"/>
            <a:ext cx="5598920" cy="53622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D91C31-156C-3EC3-16B7-9D48F50A7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125" y="1410346"/>
            <a:ext cx="5857719" cy="536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181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9EA2-370E-9679-B55C-81F973693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C2CE1-EFE6-035E-44DF-14314FBB9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746238"/>
          </a:xfrm>
        </p:spPr>
        <p:txBody>
          <a:bodyPr/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3.3 Frontend (Mockup)</a:t>
            </a:r>
          </a:p>
        </p:txBody>
      </p:sp>
      <p:pic>
        <p:nvPicPr>
          <p:cNvPr id="9" name="Content Placeholder 8" descr="A screenshot of a task&#10;&#10;AI-generated content may be incorrect.">
            <a:extLst>
              <a:ext uri="{FF2B5EF4-FFF2-40B4-BE49-F238E27FC236}">
                <a16:creationId xmlns:a16="http://schemas.microsoft.com/office/drawing/2014/main" id="{650C8C26-1ED2-2B58-A774-1FAB7A1FE88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563128" y="1410346"/>
            <a:ext cx="9065743" cy="516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352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0413CA-51B2-15A8-1B36-76A5360D8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94999"/>
            <a:ext cx="8467558" cy="874859"/>
          </a:xfrm>
        </p:spPr>
        <p:txBody>
          <a:bodyPr/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3.4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Trello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Board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F0335F50-A1FD-EDDF-B9CA-99276B0B735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357573" y="1571860"/>
            <a:ext cx="9461259" cy="5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F05BC-5519-CFA3-8E0D-B67CB861E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D8ECF-3A54-E10F-6A95-5A3BF444D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746238"/>
          </a:xfrm>
        </p:spPr>
        <p:txBody>
          <a:bodyPr/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4.1 Klassendiagramm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5D91BAF-6225-D59B-1A17-FF1EC4980A1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047089" y="1416638"/>
            <a:ext cx="4995674" cy="529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161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6651C-4543-CC2D-8417-2A249F447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349AC-17F2-CE7D-3C56-ADA4F3823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746238"/>
          </a:xfrm>
        </p:spPr>
        <p:txBody>
          <a:bodyPr/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4.2 SQL-Variante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20683-CD76-00C4-0578-2913F060B6C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070847"/>
            <a:ext cx="10965271" cy="412304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de-DE" sz="16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- Es wird „</a:t>
            </a:r>
            <a:r>
              <a:rPr lang="de-DE" sz="1600" b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normales</a:t>
            </a:r>
            <a:r>
              <a:rPr lang="de-DE" sz="16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“ SQL verwendet (relationale Datenbank), kein NoSQL.</a:t>
            </a: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Begründung:</a:t>
            </a:r>
          </a:p>
          <a:p>
            <a:r>
              <a:rPr lang="de-DE" sz="16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FastAPI</a:t>
            </a:r>
            <a:r>
              <a:rPr lang="de-DE" sz="16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+ </a:t>
            </a:r>
            <a:r>
              <a:rPr lang="de-DE" sz="16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SQLAlchemy</a:t>
            </a:r>
            <a:r>
              <a:rPr lang="de-DE" sz="16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:</a:t>
            </a:r>
            <a:br>
              <a:rPr lang="de-DE" sz="16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</a:br>
            <a:r>
              <a:rPr lang="de-DE" sz="16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de-DE" sz="16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SQLAlchemy</a:t>
            </a:r>
            <a:r>
              <a:rPr lang="de-DE" sz="16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ist ein relationales ORM für SQL-Datenbanken. Es unterstützt zwar auch einige NoSQL-</a:t>
            </a:r>
            <a:r>
              <a:rPr lang="de-DE" sz="16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Backends</a:t>
            </a:r>
            <a:r>
              <a:rPr lang="de-DE" sz="16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über Drittanbieter, aber standardmäßig ist es für SQL gedacht.</a:t>
            </a: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6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Attribute wie </a:t>
            </a:r>
            <a:r>
              <a:rPr lang="de-DE" sz="16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Foreign</a:t>
            </a:r>
            <a:r>
              <a:rPr lang="de-DE" sz="16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Keys, Komposition, Beziehungen, Kardinalitäten im UML-Klassendiagramm → typische relationale Strukturen.</a:t>
            </a: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6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Es gibt Constraints wie UNIQUE (</a:t>
            </a:r>
            <a:r>
              <a:rPr lang="de-DE" sz="16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User.email</a:t>
            </a:r>
            <a:r>
              <a:rPr lang="de-DE" sz="16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) → relationales Konzept.</a:t>
            </a: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6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Keine Hinweise auf Dokumenten- oder Key-Value-Store-Strukturen (MongoDB, </a:t>
            </a:r>
            <a:r>
              <a:rPr lang="de-DE" sz="16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Firebase</a:t>
            </a:r>
            <a:r>
              <a:rPr lang="de-DE" sz="16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 </a:t>
            </a:r>
            <a:r>
              <a:rPr lang="de-DE" sz="16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Redis</a:t>
            </a:r>
            <a:r>
              <a:rPr lang="de-DE" sz="16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 etc.)</a:t>
            </a: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2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98595-EFD9-5A6B-8C82-AC5B6DC83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607F-628D-B5FB-F9C0-B201D77AA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746238"/>
          </a:xfrm>
        </p:spPr>
        <p:txBody>
          <a:bodyPr/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5. Dokumentation</a:t>
            </a:r>
          </a:p>
        </p:txBody>
      </p:sp>
      <p:pic>
        <p:nvPicPr>
          <p:cNvPr id="5" name="Content Placeholder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F6BD3AD8-6231-FCA6-AB57-CA650BB99EF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08320" y="1863850"/>
            <a:ext cx="10575360" cy="422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566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5568E-176C-11C3-A50D-5457A53BB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F043A-BC03-BC76-B79B-0EC3B1B56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746238"/>
          </a:xfrm>
        </p:spPr>
        <p:txBody>
          <a:bodyPr/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6. Zukunftsausblick &amp; Risiken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C6BFC-E6DB-26E2-6A74-34972F5BDEA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087149"/>
            <a:ext cx="11355235" cy="370020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de-DE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Umsetzung der geplanten Backend-Architektur (z. B. API, Geschäftslogik)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Entwicklung des </a:t>
            </a:r>
            <a:r>
              <a:rPr lang="de-DE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Frontends</a:t>
            </a:r>
            <a:r>
              <a:rPr lang="de-DE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auf Basis der erstellten Mockups/Konzepte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Anbindung und Implementierung der entworfenen Datenbankstruktur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Integration der einzelnen Komponenten (Frontend ↔ Backend ↔ Datenbank)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Durchführung von Tests (Funktionalität, Sicherheit, Performance)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Iterative Verbesserung auf Basis von Testergebnissen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Dokumentation nebenbei mitführen</a:t>
            </a:r>
          </a:p>
        </p:txBody>
      </p:sp>
    </p:spTree>
    <p:extLst>
      <p:ext uri="{BB962C8B-B14F-4D97-AF65-F5344CB8AC3E}">
        <p14:creationId xmlns:p14="http://schemas.microsoft.com/office/powerpoint/2010/main" val="2111177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61AB0-2B11-8673-7DF0-D208E0314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9409D-B74B-C960-3A28-6184E031A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746238"/>
          </a:xfrm>
        </p:spPr>
        <p:txBody>
          <a:bodyPr/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6. Zukunftsausblick &amp; Risiken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3D5CB4-FC9A-DE35-2C2C-5CD5A889DC62}"/>
              </a:ext>
            </a:extLst>
          </p:cNvPr>
          <p:cNvSpPr txBox="1">
            <a:spLocks/>
          </p:cNvSpPr>
          <p:nvPr/>
        </p:nvSpPr>
        <p:spPr>
          <a:xfrm>
            <a:off x="612647" y="2077572"/>
            <a:ext cx="10541688" cy="37396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457200" indent="-4572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+mj-lt"/>
              <a:buAutoNum type="arabicPeriod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4572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3429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3429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57300" indent="-3429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Technische Umsetzungsprobleme</a:t>
            </a:r>
            <a:r>
              <a:rPr lang="de-DE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 da die Architektur bisher nur theoretisch geplant ist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b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Zeitüberschreitung</a:t>
            </a:r>
            <a:r>
              <a:rPr lang="de-DE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 falls die Implementierung aufwendiger ist als erwartet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b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Kompatibilitätsprobleme</a:t>
            </a:r>
            <a:r>
              <a:rPr lang="de-DE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zwischen Frontend, Backend und Datenbank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b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Fehler in der Datenbankstruktur</a:t>
            </a:r>
            <a:r>
              <a:rPr lang="de-DE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 die erst während der Umsetzung auffallen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746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EA666-A574-FB35-E82C-8C125C0BB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D0128-E709-0AF0-D668-408E46F75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091" y="3033213"/>
            <a:ext cx="10817817" cy="791574"/>
          </a:xfrm>
        </p:spPr>
        <p:txBody>
          <a:bodyPr>
            <a:normAutofit/>
          </a:bodyPr>
          <a:lstStyle/>
          <a:p>
            <a:pPr algn="ctr"/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Vielen Dank für eure Aufmerksamkeit</a:t>
            </a:r>
          </a:p>
        </p:txBody>
      </p:sp>
    </p:spTree>
    <p:extLst>
      <p:ext uri="{BB962C8B-B14F-4D97-AF65-F5344CB8AC3E}">
        <p14:creationId xmlns:p14="http://schemas.microsoft.com/office/powerpoint/2010/main" val="3481764748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a658f9-2e9c-48c1-945a-b02292644b0e" xsi:nil="true"/>
    <lcf76f155ced4ddcb4097134ff3c332f xmlns="c6e4c5f1-40cb-4e38-a438-bf496345dff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0B2DCEF3EF6234CB3FEB1E6E8D9F672" ma:contentTypeVersion="11" ma:contentTypeDescription="Ein neues Dokument erstellen." ma:contentTypeScope="" ma:versionID="6c8cecb6ca5bd5437154d2f910d660f5">
  <xsd:schema xmlns:xsd="http://www.w3.org/2001/XMLSchema" xmlns:xs="http://www.w3.org/2001/XMLSchema" xmlns:p="http://schemas.microsoft.com/office/2006/metadata/properties" xmlns:ns2="c6e4c5f1-40cb-4e38-a438-bf496345dffa" xmlns:ns3="22a658f9-2e9c-48c1-945a-b02292644b0e" targetNamespace="http://schemas.microsoft.com/office/2006/metadata/properties" ma:root="true" ma:fieldsID="464aae462a1458a262db34b62de6f2c4" ns2:_="" ns3:_="">
    <xsd:import namespace="c6e4c5f1-40cb-4e38-a438-bf496345dffa"/>
    <xsd:import namespace="22a658f9-2e9c-48c1-945a-b02292644b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e4c5f1-40cb-4e38-a438-bf496345df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4ed709d8-9b3f-46d1-8d87-6d487ddc7eb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a658f9-2e9c-48c1-945a-b02292644b0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7be539e-cd73-4afe-b07f-9a5a7fae96ae}" ma:internalName="TaxCatchAll" ma:showField="CatchAllData" ma:web="22a658f9-2e9c-48c1-945a-b02292644b0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34BDDC7-F1D7-4E93-921D-DA8AA5BF7828}">
  <ds:schemaRefs>
    <ds:schemaRef ds:uri="http://purl.org/dc/elements/1.1/"/>
    <ds:schemaRef ds:uri="22a658f9-2e9c-48c1-945a-b02292644b0e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c6e4c5f1-40cb-4e38-a438-bf496345dffa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F372064-DD54-47DD-856E-91884FC610E2}">
  <ds:schemaRefs>
    <ds:schemaRef ds:uri="22a658f9-2e9c-48c1-945a-b02292644b0e"/>
    <ds:schemaRef ds:uri="c6e4c5f1-40cb-4e38-a438-bf496345df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5E4F886-5CF7-4F37-BE00-CBAEC87430B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9f316df0-f3c5-4b46-9b28-f22f8d28122c}" enabled="1" method="Standard" siteId="{89fc808d-1c76-4cc8-b6da-2e93e5c040f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</Words>
  <Application>Microsoft Office PowerPoint</Application>
  <PresentationFormat>Breitbild</PresentationFormat>
  <Paragraphs>48</Paragraphs>
  <Slides>14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5" baseType="lpstr">
      <vt:lpstr>Helena</vt:lpstr>
      <vt:lpstr>Zwischenpräsentation der ToDo-Liste</vt:lpstr>
      <vt:lpstr>Gliederung</vt:lpstr>
      <vt:lpstr>1. Projektidee</vt:lpstr>
      <vt:lpstr>2. Zeitmanagement</vt:lpstr>
      <vt:lpstr>3.1 Frontend (Use-Case-Diagramm)</vt:lpstr>
      <vt:lpstr>3.2 Spezifikationen</vt:lpstr>
      <vt:lpstr>3.3 Frontend (Mockup)</vt:lpstr>
      <vt:lpstr>3.4 Trello Board</vt:lpstr>
      <vt:lpstr>4.1 Klassendiagramm</vt:lpstr>
      <vt:lpstr>4.2 SQL-Variante</vt:lpstr>
      <vt:lpstr>5. Dokumentation</vt:lpstr>
      <vt:lpstr>6. Zukunftsausblick &amp; Risiken</vt:lpstr>
      <vt:lpstr>6. Zukunftsausblick &amp; Risiken</vt:lpstr>
      <vt:lpstr>Vielen Dank für eure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pascal spangler</dc:creator>
  <cp:lastModifiedBy>Pascal Spangler</cp:lastModifiedBy>
  <cp:revision>10</cp:revision>
  <dcterms:created xsi:type="dcterms:W3CDTF">2026-01-18T19:18:27Z</dcterms:created>
  <dcterms:modified xsi:type="dcterms:W3CDTF">2026-01-21T12:35:21Z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0x010100A0B2DCEF3EF6234CB3FEB1E6E8D9F672</vt:lpwstr>
  </property>
  <property fmtid="{D5CDD505-2E9C-101B-9397-08002B2CF9AE}" pid="3" name="MediaServiceImageTags">
    <vt:lpwstr/>
  </property>
</Properties>
</file>